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62" d="100"/>
          <a:sy n="6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7E8A4-E234-46F0-9A24-7236D2E92E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63C91-A998-7D42-F613-5E0CF31770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CCD7D-B758-8D55-7BE8-C9B71C9FC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ABDE5-9BB6-4F68-ADB3-29DE668E88B1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4483C-FD78-F708-A0B4-274DE6579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ED5CC-2178-0734-4CD7-9997703B3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2A77-681C-4696-B3E3-2DE428C99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947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2A627-5959-E0BE-39F0-3B9FA607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5C14C-D586-C24D-F302-FEA925877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AD9B92-F2DC-63CB-1CC0-FD8CC5063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ABDE5-9BB6-4F68-ADB3-29DE668E88B1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7B05D-E373-5A61-0CC5-9C451C12C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BD39E-F25F-CBED-57C1-C99EF0393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2A77-681C-4696-B3E3-2DE428C99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660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099DF-67B0-CD38-DAF8-016EE4B9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030373-4DB9-57D0-EAC2-EBEA0EE78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9B1F3-E25C-FAC9-394F-00CC6E26A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ABDE5-9BB6-4F68-ADB3-29DE668E88B1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6BC9A-07A5-777A-A013-63E8441EA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398EB-4C80-E581-C076-FC80A2719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2A77-681C-4696-B3E3-2DE428C99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420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F07FC-CAF6-97E3-A3E2-E52ADC9A0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4D04E-005C-6064-FC3E-9899D6ADB0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DB400-DAC9-1BB9-6964-586324F1E7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6472EB-A787-D60F-89AC-656FC0189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ABDE5-9BB6-4F68-ADB3-29DE668E88B1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C599D-18AD-AAC4-9E08-0B43C35B2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F0B21-FB4A-9423-0C2F-61EB711B3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2A77-681C-4696-B3E3-2DE428C99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16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FFF02-CEAC-BF51-7D53-71B301084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36D06B-ABC7-DFEB-2DC8-9766A0AEA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985DA1-D539-2B4C-2ACA-9C377AD8B1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91A327-958E-A1F9-7571-F0E61E2BD8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3AD9E8-552B-26DF-3CC7-D9AA357A5A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8CDE04-E99F-71E2-4F54-927BC7E38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ABDE5-9BB6-4F68-ADB3-29DE668E88B1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AA11FD-1EF1-008A-C926-7CECDE092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A29800-61CB-B400-FFFE-8A9E085D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2A77-681C-4696-B3E3-2DE428C99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438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6AA49-6133-450C-32A8-557A3C9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B1594D-A00A-D19C-8CFA-7388AD459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ABDE5-9BB6-4F68-ADB3-29DE668E88B1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4D8A4D-EDE5-CABF-7EB5-412DE3616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0529A8-3F6D-214B-A936-CBE3F4C7F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2A77-681C-4696-B3E3-2DE428C99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773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09EA28-E474-96FD-1607-C33779DC5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ABDE5-9BB6-4F68-ADB3-29DE668E88B1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577442-F1C9-ED28-4A2D-13CBF2C7A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DA404-CAEF-C315-E814-64ED1D2D1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2A77-681C-4696-B3E3-2DE428C99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112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3EA8B-D3A1-D8A5-02E4-710D0BED1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25D10-5C7C-6A09-5825-5893E58DB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053BE5-DDF6-631E-741E-2A83F56B5C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58CD20-2AB5-0989-62C8-64BD81718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ABDE5-9BB6-4F68-ADB3-29DE668E88B1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2E9BEB-C103-CA1E-D4B3-962E37EE9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FB806F-0564-4862-D041-69481CCA7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2A77-681C-4696-B3E3-2DE428C99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231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DC661-12DC-C4CD-D03F-4CF970463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0470F1-F297-A28A-0B4F-12E510344B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CF474F-FC2C-F88D-1327-29B1EF96FF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89B9EA-DA2E-4222-C187-FC2A5F0C2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ABDE5-9BB6-4F68-ADB3-29DE668E88B1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57676B-0B74-D910-0DB2-0BBBA7801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E59FEC-53BD-F862-8A70-1AC1209BD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2A77-681C-4696-B3E3-2DE428C99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809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68C15-70B8-0A4B-5B79-6387E7393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7226C9-0DBD-ADEA-06B0-E916FC0AD1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922F6-84B0-7641-9063-2732FB69A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ABDE5-9BB6-4F68-ADB3-29DE668E88B1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8FAE3-94F6-AF18-5393-38008B918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F6111-8C50-3A6D-6B5E-078DF891F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2A77-681C-4696-B3E3-2DE428C99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671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95FDD9-8685-9D03-2E2F-3EE8CDCDF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06FE39-A69E-4327-0F42-5BF59C3C7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A7C69-7B1D-3334-25DD-1D2B9ACFB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ABDE5-9BB6-4F68-ADB3-29DE668E88B1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777E6-1795-5C46-4A7A-C715BC49A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955CD-CE64-8466-B6BB-96E1FF7A9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2A77-681C-4696-B3E3-2DE428C99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313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2A3C50-6350-4BB8-756E-52543A30B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9B610-480B-6009-5653-572B4716BB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A1CCC-A28B-8D28-4C6C-F495244063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FABDE5-9BB6-4F68-ADB3-29DE668E88B1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FAD48-CA03-CD28-6894-6985111E93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A0462-EA37-87FD-E5EF-F6EE4B4578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832A77-681C-4696-B3E3-2DE428C99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866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text and numbers&#10;&#10;AI-generated content may be incorrect.">
            <a:extLst>
              <a:ext uri="{FF2B5EF4-FFF2-40B4-BE49-F238E27FC236}">
                <a16:creationId xmlns:a16="http://schemas.microsoft.com/office/drawing/2014/main" id="{7380EF7A-8C48-7F4B-8C14-7DAFC3C7A3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382" y="-77489"/>
            <a:ext cx="8269770" cy="3664884"/>
          </a:xfrm>
          <a:prstGeom prst="rect">
            <a:avLst/>
          </a:prstGeom>
        </p:spPr>
      </p:pic>
      <p:pic>
        <p:nvPicPr>
          <p:cNvPr id="13" name="Picture 12" descr="A graph of a line graph&#10;&#10;AI-generated content may be incorrect.">
            <a:extLst>
              <a:ext uri="{FF2B5EF4-FFF2-40B4-BE49-F238E27FC236}">
                <a16:creationId xmlns:a16="http://schemas.microsoft.com/office/drawing/2014/main" id="{91F6B6F8-0E69-55B5-CE6B-3BDF8D764B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90" r="4080"/>
          <a:stretch>
            <a:fillRect/>
          </a:stretch>
        </p:blipFill>
        <p:spPr>
          <a:xfrm>
            <a:off x="2964272" y="3268283"/>
            <a:ext cx="5404813" cy="358971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4415B52-1FB0-424A-2FF1-6F301867DED8}"/>
              </a:ext>
            </a:extLst>
          </p:cNvPr>
          <p:cNvSpPr txBox="1"/>
          <p:nvPr/>
        </p:nvSpPr>
        <p:spPr>
          <a:xfrm>
            <a:off x="1538066" y="287364"/>
            <a:ext cx="315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F203C-EEF7-F56E-CB33-7BEFD77805BB}"/>
              </a:ext>
            </a:extLst>
          </p:cNvPr>
          <p:cNvSpPr txBox="1"/>
          <p:nvPr/>
        </p:nvSpPr>
        <p:spPr>
          <a:xfrm>
            <a:off x="1536382" y="3550826"/>
            <a:ext cx="315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642097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Brady,Rachel</dc:creator>
  <cp:lastModifiedBy>Brady,Rachel</cp:lastModifiedBy>
  <cp:revision>2</cp:revision>
  <dcterms:created xsi:type="dcterms:W3CDTF">2025-08-31T16:39:09Z</dcterms:created>
  <dcterms:modified xsi:type="dcterms:W3CDTF">2025-09-02T20:23:56Z</dcterms:modified>
</cp:coreProperties>
</file>