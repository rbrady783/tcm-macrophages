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FE02-6C1F-3D08-5175-5B0326113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E0191-2158-94D1-5EE6-72C5979AE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46AF-6786-E8E0-A90C-446A2F5A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A88F6-92FE-CDC5-6E8A-3FB70CCD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FE008-3CFC-FC75-02BB-8231DB21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2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A19A-BE2A-877C-9BC6-4DDE6095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24EED-181F-B3C3-55F1-F181D4C0E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F88F-2F45-F7E1-1C27-263642B4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261AD-31E7-6951-9C85-41CE039A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3B6C3-47B4-7438-B93E-D02A8154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8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CCDD-A1B2-03C8-0A8D-CD3875E9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FC24F-7281-F761-E6D1-477958662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39EAF-FD5E-6610-4E0C-CB5416F0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E0FC-557D-B47F-87E4-0F632505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4D78-2ED3-AA81-0405-B2BB706C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6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04CA-0AA0-5656-69BC-B1E08EAA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73BB-234A-5255-D04A-8E9BBAB39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2F228-F010-9540-16D2-EA362F55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C4874-E961-5F65-135F-B4E89CEF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36B03-F946-5B85-833C-2DDA5AB7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A1B6B-1C89-DC64-26CA-071BE530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8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4FB6-847A-5A0D-BEF6-D408718D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AC878-C83C-688A-EFF5-13B090ADD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D5C35-0C97-2986-DB04-612F1027C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36AB3-0BE6-B553-74C7-A628AF95C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2359E-1FDD-9218-7CB0-BC03FD2E9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C59AF-3D52-1DE0-4A8B-3BDF6D53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68E98B-CDBC-62B7-D880-29E04AF7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8618A-F5D1-2AFD-6BDA-5C9A9E80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0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9CCF-3577-7F5D-C91A-5A0D21C8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A7828-8176-31E6-17CC-CAED543A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EA47E-AE69-EFE1-762B-66C80EB0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74B7C-5FFA-1712-490E-D8AD1330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F34EC-1ED7-FDCC-FCA2-4A7F0472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01F0A-0FB5-A984-6C92-A49281FB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6B6F-4AD3-11C7-441E-B0113F42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9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32DA-55FC-8E73-0ADE-1CDF4CF7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FAF9-1052-B583-350A-0F046F57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BD6F7-FA8E-DD5A-3DF5-10891AE55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ADCAC-8195-6FED-5B9D-A8C8D20C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49207-AB69-7F66-C9A4-3B945677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4B74-0BCC-A3D8-F3FC-DEE0FE9E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6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7933-5C4B-F66E-E8E9-C3CAC8EC6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90FC0-F857-EC7C-E3E3-374C24DCD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841A3-5FE3-683F-559E-4DB0062A6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AB7B5-4E6B-FB92-EBE2-5955D88B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902D4-49F2-D60B-7342-A607BE21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FD238-9553-BF5A-C47A-2DCBA3D6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9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CE61-A6B8-F156-16E9-0196C44C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1158-8677-E0E9-028A-E6EDE6F32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FF2F0-4740-D946-985B-D9EFB912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3C8F3-6118-9586-0BBE-B9D26407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6B55-0147-2303-B115-A7D817BD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4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90456-FE63-414B-B0A8-4D7ACC016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77CAF-C6AA-3CBE-3C63-EA244E049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CAD60-CC0A-5104-568A-85634C4F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E32EE-5FE8-9D32-6562-8591C426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4B117-9CB5-CB1A-85E4-50794B8E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2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36DEC-247E-D34E-9F7E-4495410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00645-23BF-CFDE-EA14-307F21E89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38B2B-AF6F-923A-C3F8-3AC327D11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5A2A4-E17C-45AA-A808-C03D824A6F9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F66DD-7DEF-F714-6EC1-A971B869F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CDE7-C37C-398A-3801-6DD16BDE2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D8911-88B1-417D-96CE-AD6AAD45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7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different types of lines&#10;&#10;AI-generated content may be incorrect.">
            <a:extLst>
              <a:ext uri="{FF2B5EF4-FFF2-40B4-BE49-F238E27FC236}">
                <a16:creationId xmlns:a16="http://schemas.microsoft.com/office/drawing/2014/main" id="{3F3C546F-83FC-E98B-2D84-DDA8F367D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026" y="1667256"/>
            <a:ext cx="7936992" cy="35234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4619B4-7221-0C6B-0C48-59E4318D6564}"/>
              </a:ext>
            </a:extLst>
          </p:cNvPr>
          <p:cNvCxnSpPr/>
          <p:nvPr/>
        </p:nvCxnSpPr>
        <p:spPr>
          <a:xfrm>
            <a:off x="8445126" y="2933700"/>
            <a:ext cx="514350" cy="90487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F07457-809B-681A-C37D-AE33AC753B6E}"/>
              </a:ext>
            </a:extLst>
          </p:cNvPr>
          <p:cNvCxnSpPr>
            <a:cxnSpLocks/>
          </p:cNvCxnSpPr>
          <p:nvPr/>
        </p:nvCxnSpPr>
        <p:spPr>
          <a:xfrm flipH="1">
            <a:off x="8445126" y="2623671"/>
            <a:ext cx="514350" cy="13506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4D35C0-C0E8-7589-D4E6-1FDEC090378A}"/>
              </a:ext>
            </a:extLst>
          </p:cNvPr>
          <p:cNvCxnSpPr>
            <a:cxnSpLocks/>
          </p:cNvCxnSpPr>
          <p:nvPr/>
        </p:nvCxnSpPr>
        <p:spPr>
          <a:xfrm flipH="1">
            <a:off x="8445126" y="3472329"/>
            <a:ext cx="514350" cy="125506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1242D1-E793-C759-34EE-2265C16887DE}"/>
              </a:ext>
            </a:extLst>
          </p:cNvPr>
          <p:cNvSpPr txBox="1"/>
          <p:nvPr/>
        </p:nvSpPr>
        <p:spPr>
          <a:xfrm>
            <a:off x="2019016" y="2076773"/>
            <a:ext cx="30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D8D1E-867C-D2A8-636E-120D71A36892}"/>
              </a:ext>
            </a:extLst>
          </p:cNvPr>
          <p:cNvSpPr txBox="1"/>
          <p:nvPr/>
        </p:nvSpPr>
        <p:spPr>
          <a:xfrm>
            <a:off x="4793217" y="2076773"/>
            <a:ext cx="30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5942A-9073-7759-955E-2B02E44D44D4}"/>
              </a:ext>
            </a:extLst>
          </p:cNvPr>
          <p:cNvSpPr txBox="1"/>
          <p:nvPr/>
        </p:nvSpPr>
        <p:spPr>
          <a:xfrm>
            <a:off x="7396927" y="2076773"/>
            <a:ext cx="30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4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2</cp:revision>
  <dcterms:created xsi:type="dcterms:W3CDTF">2025-10-15T21:20:16Z</dcterms:created>
  <dcterms:modified xsi:type="dcterms:W3CDTF">2025-10-15T21:38:58Z</dcterms:modified>
</cp:coreProperties>
</file>