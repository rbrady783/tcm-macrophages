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8001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9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09424"/>
            <a:ext cx="5829300" cy="278553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202378"/>
            <a:ext cx="5143500" cy="19317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5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2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994696"/>
            <a:ext cx="5915025" cy="332819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354375"/>
            <a:ext cx="5915025" cy="175021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29896"/>
            <a:ext cx="2914650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29896"/>
            <a:ext cx="2914650" cy="50765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7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25981"/>
            <a:ext cx="5915025" cy="15464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961357"/>
            <a:ext cx="2901255" cy="9612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922588"/>
            <a:ext cx="2901255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961357"/>
            <a:ext cx="2915543" cy="96123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922588"/>
            <a:ext cx="2915543" cy="42986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3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95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9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3400"/>
            <a:ext cx="2211884" cy="18669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51998"/>
            <a:ext cx="3471863" cy="568589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00300"/>
            <a:ext cx="2211884" cy="44468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4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33400"/>
            <a:ext cx="2211884" cy="18669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51998"/>
            <a:ext cx="3471863" cy="568589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00300"/>
            <a:ext cx="2211884" cy="444685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2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8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25979"/>
            <a:ext cx="1478756" cy="6780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25979"/>
            <a:ext cx="4350544" cy="6780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35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25981"/>
            <a:ext cx="5915025" cy="1546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29896"/>
            <a:ext cx="5915025" cy="5076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415744"/>
            <a:ext cx="1543050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C58C9-53DF-4579-909A-1EDB94E260C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415744"/>
            <a:ext cx="2314575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415744"/>
            <a:ext cx="1543050" cy="425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78A4F-E1FD-4E63-A26E-53A8EC148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9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f"/><Relationship Id="rId3" Type="http://schemas.openxmlformats.org/officeDocument/2006/relationships/image" Target="../media/image2.tiff"/><Relationship Id="rId7" Type="http://schemas.openxmlformats.org/officeDocument/2006/relationships/image" Target="../media/image6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iff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B3E8691E-B7C8-BEC7-6915-34AF9DD65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70332"/>
            <a:ext cx="3200400" cy="1920240"/>
          </a:xfrm>
          <a:prstGeom prst="rect">
            <a:avLst/>
          </a:prstGeom>
        </p:spPr>
      </p:pic>
      <p:pic>
        <p:nvPicPr>
          <p:cNvPr id="11" name="Picture 10" descr="A diagram of a number of different types of numbers&#10;&#10;AI-generated content may be incorrect.">
            <a:extLst>
              <a:ext uri="{FF2B5EF4-FFF2-40B4-BE49-F238E27FC236}">
                <a16:creationId xmlns:a16="http://schemas.microsoft.com/office/drawing/2014/main" id="{D8264D3F-F7C9-DFCC-364F-0117D6273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70332"/>
            <a:ext cx="3200400" cy="1920240"/>
          </a:xfrm>
          <a:prstGeom prst="rect">
            <a:avLst/>
          </a:prstGeom>
        </p:spPr>
      </p:pic>
      <p:pic>
        <p:nvPicPr>
          <p:cNvPr id="13" name="Picture 12" descr="A diagram of a number of numbers and letters&#10;&#10;AI-generated content may be incorrect.">
            <a:extLst>
              <a:ext uri="{FF2B5EF4-FFF2-40B4-BE49-F238E27FC236}">
                <a16:creationId xmlns:a16="http://schemas.microsoft.com/office/drawing/2014/main" id="{AEDFA5D9-5790-0456-8ED9-A72A633BA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90572"/>
            <a:ext cx="3200400" cy="1920240"/>
          </a:xfrm>
          <a:prstGeom prst="rect">
            <a:avLst/>
          </a:prstGeom>
        </p:spPr>
      </p:pic>
      <p:pic>
        <p:nvPicPr>
          <p:cNvPr id="15" name="Picture 14" descr="A diagram of a gene sequence&#10;&#10;AI-generated content may be incorrect.">
            <a:extLst>
              <a:ext uri="{FF2B5EF4-FFF2-40B4-BE49-F238E27FC236}">
                <a16:creationId xmlns:a16="http://schemas.microsoft.com/office/drawing/2014/main" id="{A5AD8AD5-A6A9-C50C-22D2-C900B2070D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90572"/>
            <a:ext cx="3200400" cy="1920240"/>
          </a:xfrm>
          <a:prstGeom prst="rect">
            <a:avLst/>
          </a:prstGeom>
        </p:spPr>
      </p:pic>
      <p:pic>
        <p:nvPicPr>
          <p:cNvPr id="17" name="Picture 16" descr="A graph of a graph with numbers and a blue circle&#10;&#10;AI-generated content may be incorrect.">
            <a:extLst>
              <a:ext uri="{FF2B5EF4-FFF2-40B4-BE49-F238E27FC236}">
                <a16:creationId xmlns:a16="http://schemas.microsoft.com/office/drawing/2014/main" id="{73CA9503-04A2-1502-C586-3FEC4F1DF4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" y="4169664"/>
            <a:ext cx="3200400" cy="1920240"/>
          </a:xfrm>
          <a:prstGeom prst="rect">
            <a:avLst/>
          </a:prstGeom>
        </p:spPr>
      </p:pic>
      <p:pic>
        <p:nvPicPr>
          <p:cNvPr id="19" name="Picture 18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CAD1D17-FA4A-213D-8B69-960A289E9A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56" y="4169664"/>
            <a:ext cx="3200400" cy="1920240"/>
          </a:xfrm>
          <a:prstGeom prst="rect">
            <a:avLst/>
          </a:prstGeom>
        </p:spPr>
      </p:pic>
      <p:pic>
        <p:nvPicPr>
          <p:cNvPr id="21" name="Picture 20" descr="A diagram of a graph&#10;&#10;AI-generated content may be incorrect.">
            <a:extLst>
              <a:ext uri="{FF2B5EF4-FFF2-40B4-BE49-F238E27FC236}">
                <a16:creationId xmlns:a16="http://schemas.microsoft.com/office/drawing/2014/main" id="{753D96B7-2DE4-DF65-091F-8714D69DCE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6048756"/>
            <a:ext cx="3200400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83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Brady,Rachel</dc:creator>
  <cp:lastModifiedBy>Brady,Rachel</cp:lastModifiedBy>
  <cp:revision>1</cp:revision>
  <dcterms:created xsi:type="dcterms:W3CDTF">2025-10-10T19:03:14Z</dcterms:created>
  <dcterms:modified xsi:type="dcterms:W3CDTF">2025-10-10T20:44:41Z</dcterms:modified>
</cp:coreProperties>
</file>