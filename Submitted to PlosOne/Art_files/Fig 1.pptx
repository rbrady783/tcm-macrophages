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8001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>
        <p:scale>
          <a:sx n="100" d="100"/>
          <a:sy n="100" d="100"/>
        </p:scale>
        <p:origin x="960" y="-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5C20A-7148-4DB8-A282-1B9E93AD7E7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06613" y="1143000"/>
            <a:ext cx="2644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DDE74-A0D5-4474-B650-2348C5B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DDE74-A0D5-4474-B650-2348C5B935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35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09424"/>
            <a:ext cx="5829300" cy="278553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202378"/>
            <a:ext cx="5143500" cy="19317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1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6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94696"/>
            <a:ext cx="5915025" cy="332819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354375"/>
            <a:ext cx="5915025" cy="175021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5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4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5981"/>
            <a:ext cx="5915025" cy="15464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61357"/>
            <a:ext cx="2901255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922588"/>
            <a:ext cx="2901255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61357"/>
            <a:ext cx="2915543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922588"/>
            <a:ext cx="2915543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7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5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51998"/>
            <a:ext cx="3471863" cy="56858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6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51998"/>
            <a:ext cx="3471863" cy="568589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6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25979"/>
            <a:ext cx="1478756" cy="6780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25979"/>
            <a:ext cx="4350544" cy="6780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9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25981"/>
            <a:ext cx="5915025" cy="154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29896"/>
            <a:ext cx="5915025" cy="5076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7535C-9801-4DFF-92D4-2A3915C75AB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415744"/>
            <a:ext cx="2314575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A67A7-48F3-4709-A510-4AADA25BF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3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tif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10" Type="http://schemas.openxmlformats.org/officeDocument/2006/relationships/image" Target="../media/image8.tiff"/><Relationship Id="rId4" Type="http://schemas.openxmlformats.org/officeDocument/2006/relationships/image" Target="../media/image2.tiff"/><Relationship Id="rId9" Type="http://schemas.openxmlformats.org/officeDocument/2006/relationships/image" Target="../media/image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list of cancer type&#10;&#10;AI-generated content may be incorrect.">
            <a:extLst>
              <a:ext uri="{FF2B5EF4-FFF2-40B4-BE49-F238E27FC236}">
                <a16:creationId xmlns:a16="http://schemas.microsoft.com/office/drawing/2014/main" id="{C3CE9CED-4469-84C8-4C69-2907F6C1F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91" y="5093182"/>
            <a:ext cx="2240280" cy="2606040"/>
          </a:xfrm>
          <a:prstGeom prst="rect">
            <a:avLst/>
          </a:prstGeom>
        </p:spPr>
      </p:pic>
      <p:pic>
        <p:nvPicPr>
          <p:cNvPr id="42" name="Picture 41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08C3FFE9-2595-7653-17C4-31CEB866AB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1" y="5223871"/>
            <a:ext cx="2240280" cy="2606040"/>
          </a:xfrm>
          <a:prstGeom prst="rect">
            <a:avLst/>
          </a:prstGeom>
        </p:spPr>
      </p:pic>
      <p:pic>
        <p:nvPicPr>
          <p:cNvPr id="18" name="Picture 1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F43637F-231D-AA3C-1990-E5A22A9FDA1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100" y="260569"/>
            <a:ext cx="2240280" cy="2545080"/>
          </a:xfrm>
          <a:prstGeom prst="rect">
            <a:avLst/>
          </a:prstGeom>
        </p:spPr>
      </p:pic>
      <p:pic>
        <p:nvPicPr>
          <p:cNvPr id="14" name="Picture 1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B58E202-FC1C-51EF-6CD0-96DCFDBC2A4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724" y="219456"/>
            <a:ext cx="2240280" cy="2606040"/>
          </a:xfrm>
          <a:prstGeom prst="rect">
            <a:avLst/>
          </a:prstGeom>
        </p:spPr>
      </p:pic>
      <p:pic>
        <p:nvPicPr>
          <p:cNvPr id="20" name="Picture 19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4F45ABA8-1210-4174-1EF1-1668E0E2F64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1" y="2725553"/>
            <a:ext cx="2240280" cy="2606040"/>
          </a:xfrm>
          <a:prstGeom prst="rect">
            <a:avLst/>
          </a:prstGeom>
        </p:spPr>
      </p:pic>
      <p:pic>
        <p:nvPicPr>
          <p:cNvPr id="22" name="Picture 21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A9EB3EE2-F146-8244-FA39-FEAA8111AFE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718" y="2725553"/>
            <a:ext cx="2240280" cy="2606040"/>
          </a:xfrm>
          <a:prstGeom prst="rect">
            <a:avLst/>
          </a:prstGeom>
        </p:spPr>
      </p:pic>
      <p:pic>
        <p:nvPicPr>
          <p:cNvPr id="26" name="Picture 2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A7598C9-4668-3FC9-9227-F72DFE73E51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65" y="219755"/>
            <a:ext cx="2240280" cy="2606040"/>
          </a:xfrm>
          <a:prstGeom prst="rect">
            <a:avLst/>
          </a:prstGeom>
        </p:spPr>
      </p:pic>
      <p:pic>
        <p:nvPicPr>
          <p:cNvPr id="30" name="Picture 29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A7FDC53F-B062-B167-6C69-F0DD18B1AA6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201" y="2725553"/>
            <a:ext cx="2240280" cy="2606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001D57-CE4E-A17A-28D8-D13C20CACB14}"/>
              </a:ext>
            </a:extLst>
          </p:cNvPr>
          <p:cNvSpPr txBox="1"/>
          <p:nvPr/>
        </p:nvSpPr>
        <p:spPr>
          <a:xfrm>
            <a:off x="1783470" y="2276181"/>
            <a:ext cx="549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IL-10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2272FC-5AAE-2592-D996-605A9BFD45BE}"/>
              </a:ext>
            </a:extLst>
          </p:cNvPr>
          <p:cNvSpPr txBox="1"/>
          <p:nvPr/>
        </p:nvSpPr>
        <p:spPr>
          <a:xfrm>
            <a:off x="3771901" y="2282421"/>
            <a:ext cx="666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TNF-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C9B5D-8801-43DD-19D1-067D8425485E}"/>
              </a:ext>
            </a:extLst>
          </p:cNvPr>
          <p:cNvSpPr txBox="1"/>
          <p:nvPr/>
        </p:nvSpPr>
        <p:spPr>
          <a:xfrm>
            <a:off x="5945054" y="2285705"/>
            <a:ext cx="587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CCL2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9E2AA-273E-F05D-8B16-76CABDD9C0E1}"/>
              </a:ext>
            </a:extLst>
          </p:cNvPr>
          <p:cNvSpPr txBox="1"/>
          <p:nvPr/>
        </p:nvSpPr>
        <p:spPr>
          <a:xfrm>
            <a:off x="1695451" y="4796098"/>
            <a:ext cx="689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TGF-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C4726-C537-320E-C975-075150EA85A6}"/>
              </a:ext>
            </a:extLst>
          </p:cNvPr>
          <p:cNvSpPr txBox="1"/>
          <p:nvPr/>
        </p:nvSpPr>
        <p:spPr>
          <a:xfrm>
            <a:off x="1714500" y="7300453"/>
            <a:ext cx="624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VEGF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73949-336F-5059-F7EF-5C0A8C71F215}"/>
              </a:ext>
            </a:extLst>
          </p:cNvPr>
          <p:cNvSpPr txBox="1"/>
          <p:nvPr/>
        </p:nvSpPr>
        <p:spPr>
          <a:xfrm>
            <a:off x="3983608" y="4804650"/>
            <a:ext cx="549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IL-8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376C3-1163-3A8A-C0BA-00CE11E2FACA}"/>
              </a:ext>
            </a:extLst>
          </p:cNvPr>
          <p:cNvSpPr txBox="1"/>
          <p:nvPr/>
        </p:nvSpPr>
        <p:spPr>
          <a:xfrm>
            <a:off x="5829301" y="4806546"/>
            <a:ext cx="702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KC-like</a:t>
            </a:r>
          </a:p>
        </p:txBody>
      </p:sp>
    </p:spTree>
    <p:extLst>
      <p:ext uri="{BB962C8B-B14F-4D97-AF65-F5344CB8AC3E}">
        <p14:creationId xmlns:p14="http://schemas.microsoft.com/office/powerpoint/2010/main" val="346159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10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Brady,Rachel</dc:creator>
  <cp:lastModifiedBy>Brady,Rachel</cp:lastModifiedBy>
  <cp:revision>2</cp:revision>
  <dcterms:created xsi:type="dcterms:W3CDTF">2025-10-09T18:04:00Z</dcterms:created>
  <dcterms:modified xsi:type="dcterms:W3CDTF">2025-10-09T19:31:41Z</dcterms:modified>
</cp:coreProperties>
</file>