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8001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9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309424"/>
            <a:ext cx="5829300" cy="278553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202378"/>
            <a:ext cx="5143500" cy="19317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8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994696"/>
            <a:ext cx="5915025" cy="332819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354375"/>
            <a:ext cx="5915025" cy="175021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0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29896"/>
            <a:ext cx="2914650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29896"/>
            <a:ext cx="2914650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1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25981"/>
            <a:ext cx="5915025" cy="15464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961357"/>
            <a:ext cx="2901255" cy="9612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922588"/>
            <a:ext cx="2901255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961357"/>
            <a:ext cx="2915543" cy="9612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922588"/>
            <a:ext cx="2915543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1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6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3400"/>
            <a:ext cx="2211884" cy="18669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51998"/>
            <a:ext cx="3471863" cy="56858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00300"/>
            <a:ext cx="2211884" cy="44468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0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3400"/>
            <a:ext cx="2211884" cy="18669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51998"/>
            <a:ext cx="3471863" cy="568589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00300"/>
            <a:ext cx="2211884" cy="44468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6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84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25979"/>
            <a:ext cx="1478756" cy="6780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25979"/>
            <a:ext cx="4350544" cy="6780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25981"/>
            <a:ext cx="5915025" cy="1546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129896"/>
            <a:ext cx="5915025" cy="5076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415744"/>
            <a:ext cx="1543050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F9C04-C13A-4613-8711-8629F036AE8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415744"/>
            <a:ext cx="2314575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415744"/>
            <a:ext cx="1543050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BE6F7-7E7E-4A01-A2F7-7A53BF6B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0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test result&#10;&#10;AI-generated content may be incorrect.">
            <a:extLst>
              <a:ext uri="{FF2B5EF4-FFF2-40B4-BE49-F238E27FC236}">
                <a16:creationId xmlns:a16="http://schemas.microsoft.com/office/drawing/2014/main" id="{79057FCC-2238-FE28-4F5E-C1C654F15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47" y="475277"/>
            <a:ext cx="4736706" cy="2760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C0C197-E8DD-9351-29CB-DDE8362ECB4B}"/>
              </a:ext>
            </a:extLst>
          </p:cNvPr>
          <p:cNvSpPr txBox="1"/>
          <p:nvPr/>
        </p:nvSpPr>
        <p:spPr>
          <a:xfrm>
            <a:off x="943073" y="512176"/>
            <a:ext cx="3113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7A6A9C-92F3-9756-E6CB-09899115A04C}"/>
              </a:ext>
            </a:extLst>
          </p:cNvPr>
          <p:cNvSpPr txBox="1"/>
          <p:nvPr/>
        </p:nvSpPr>
        <p:spPr>
          <a:xfrm>
            <a:off x="955773" y="3204576"/>
            <a:ext cx="3113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graph of a line with numbers and a chart&#10;&#10;AI-generated content may be incorrect.">
            <a:extLst>
              <a:ext uri="{FF2B5EF4-FFF2-40B4-BE49-F238E27FC236}">
                <a16:creationId xmlns:a16="http://schemas.microsoft.com/office/drawing/2014/main" id="{264F0301-99DF-D3CF-AF22-F14D3CCC8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163339"/>
            <a:ext cx="457200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2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1307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Brady,Rachel</dc:creator>
  <cp:lastModifiedBy>Brady,Rachel</cp:lastModifiedBy>
  <cp:revision>2</cp:revision>
  <dcterms:created xsi:type="dcterms:W3CDTF">2025-10-09T20:29:37Z</dcterms:created>
  <dcterms:modified xsi:type="dcterms:W3CDTF">2025-10-15T19:56:21Z</dcterms:modified>
</cp:coreProperties>
</file>