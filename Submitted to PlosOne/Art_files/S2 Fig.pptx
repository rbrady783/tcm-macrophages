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8001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>
        <p:scale>
          <a:sx n="96" d="100"/>
          <a:sy n="96" d="100"/>
        </p:scale>
        <p:origin x="1050" y="-2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ED2B1-6CB7-4BE0-AB5D-06EA9E7CBBB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06613" y="1143000"/>
            <a:ext cx="2644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2430E-CDEA-48A0-884B-40AFDC91C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6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2430E-CDEA-48A0-884B-40AFDC91C5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8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09424"/>
            <a:ext cx="5829300" cy="278553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202378"/>
            <a:ext cx="5143500" cy="19317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66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9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94696"/>
            <a:ext cx="5915025" cy="332819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354375"/>
            <a:ext cx="5915025" cy="175021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1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8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25981"/>
            <a:ext cx="5915025" cy="15464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61357"/>
            <a:ext cx="2901255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922588"/>
            <a:ext cx="2901255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61357"/>
            <a:ext cx="2915543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922588"/>
            <a:ext cx="2915543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6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73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51998"/>
            <a:ext cx="3471863" cy="56858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51998"/>
            <a:ext cx="3471863" cy="568589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0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1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25979"/>
            <a:ext cx="1478756" cy="6780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25979"/>
            <a:ext cx="4350544" cy="6780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0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25981"/>
            <a:ext cx="5915025" cy="1546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29896"/>
            <a:ext cx="5915025" cy="5076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A740F-3ADF-46BE-BA7E-1DA4245EF23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415744"/>
            <a:ext cx="2314575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FB383-34C3-4318-AB7F-AD94F1432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1.tiff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10" Type="http://schemas.openxmlformats.org/officeDocument/2006/relationships/image" Target="../media/image8.tiff"/><Relationship Id="rId4" Type="http://schemas.openxmlformats.org/officeDocument/2006/relationships/image" Target="../media/image2.tiff"/><Relationship Id="rId9" Type="http://schemas.openxmlformats.org/officeDocument/2006/relationships/image" Target="../media/image7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F667FE30-434F-7E4B-B870-9D5585191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3" y="130236"/>
            <a:ext cx="3108960" cy="1920240"/>
          </a:xfrm>
          <a:prstGeom prst="rect">
            <a:avLst/>
          </a:prstGeom>
        </p:spPr>
      </p:pic>
      <p:pic>
        <p:nvPicPr>
          <p:cNvPr id="23" name="Picture 22" descr="A graph of data with numbers and lines&#10;&#10;AI-generated content may be incorrect.">
            <a:extLst>
              <a:ext uri="{FF2B5EF4-FFF2-40B4-BE49-F238E27FC236}">
                <a16:creationId xmlns:a16="http://schemas.microsoft.com/office/drawing/2014/main" id="{30D581B9-B203-2704-75D3-4B113115CC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020" y="139761"/>
            <a:ext cx="3108960" cy="1920240"/>
          </a:xfrm>
          <a:prstGeom prst="rect">
            <a:avLst/>
          </a:prstGeom>
        </p:spPr>
      </p:pic>
      <p:pic>
        <p:nvPicPr>
          <p:cNvPr id="25" name="Picture 24" descr="A graph of data with numbers and letters&#10;&#10;AI-generated content may be incorrect.">
            <a:extLst>
              <a:ext uri="{FF2B5EF4-FFF2-40B4-BE49-F238E27FC236}">
                <a16:creationId xmlns:a16="http://schemas.microsoft.com/office/drawing/2014/main" id="{600AD557-1B13-9CB7-EA50-2FA3AF1B67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8" y="2031012"/>
            <a:ext cx="3108960" cy="1920240"/>
          </a:xfrm>
          <a:prstGeom prst="rect">
            <a:avLst/>
          </a:prstGeom>
        </p:spPr>
      </p:pic>
      <p:pic>
        <p:nvPicPr>
          <p:cNvPr id="27" name="Picture 26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7F5A26EA-22C4-2FB8-5559-2BC065E05D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226" y="2040537"/>
            <a:ext cx="3108960" cy="1920240"/>
          </a:xfrm>
          <a:prstGeom prst="rect">
            <a:avLst/>
          </a:prstGeom>
        </p:spPr>
      </p:pic>
      <p:pic>
        <p:nvPicPr>
          <p:cNvPr id="29" name="Picture 28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60FD6057-47AE-3211-503E-40C65E8DA0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13" y="4077363"/>
            <a:ext cx="3108960" cy="1920240"/>
          </a:xfrm>
          <a:prstGeom prst="rect">
            <a:avLst/>
          </a:prstGeom>
        </p:spPr>
      </p:pic>
      <p:pic>
        <p:nvPicPr>
          <p:cNvPr id="31" name="Picture 30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13144AB8-EB2F-D559-060B-AD4C6A4E05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612" y="4077363"/>
            <a:ext cx="3108960" cy="1920240"/>
          </a:xfrm>
          <a:prstGeom prst="rect">
            <a:avLst/>
          </a:prstGeom>
        </p:spPr>
      </p:pic>
      <p:pic>
        <p:nvPicPr>
          <p:cNvPr id="33" name="Picture 32" descr="A graph of data with numbers and lines&#10;&#10;AI-generated content may be incorrect.">
            <a:extLst>
              <a:ext uri="{FF2B5EF4-FFF2-40B4-BE49-F238E27FC236}">
                <a16:creationId xmlns:a16="http://schemas.microsoft.com/office/drawing/2014/main" id="{B3041009-4037-B922-F1C6-3FA68B3038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54" y="6065106"/>
            <a:ext cx="3108960" cy="192024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2101EDB-1918-CF6E-3B93-5162050602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7" t="23344" r="25383" b="18685"/>
          <a:stretch>
            <a:fillRect/>
          </a:stretch>
        </p:blipFill>
        <p:spPr>
          <a:xfrm>
            <a:off x="4492487" y="6291470"/>
            <a:ext cx="1321905" cy="111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8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Brady,Rachel</dc:creator>
  <cp:lastModifiedBy>Brady,Rachel</cp:lastModifiedBy>
  <cp:revision>1</cp:revision>
  <dcterms:created xsi:type="dcterms:W3CDTF">2025-10-11T23:36:30Z</dcterms:created>
  <dcterms:modified xsi:type="dcterms:W3CDTF">2025-10-12T01:00:35Z</dcterms:modified>
</cp:coreProperties>
</file>